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Apresentação sobre a IA que cria aplicativos e arquivos sem erros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Uma visão geral das capacidades da IA IARA-OS-ENGINE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IA IARA-OS-ENGINE é uma assistente avançada de programação que ajuda no desenvolvimento de software.</a:t>
            </a:r>
          </a:p>
          <a:p>
            <a:pPr/>
            <a:r>
              <a:t>Ela é capaz de gerar código, criar arquivos e corrigir erros de forma eficiente.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IA faz aplicativos completos sem erros.</a:t>
            </a:r>
          </a:p>
          <a:p>
            <a:pPr/>
            <a:r>
              <a:t>Ela cria arquivos de código fonte, configurações e documentação.</a:t>
            </a:r>
          </a:p>
          <a:p>
            <a:pPr/>
            <a:r>
              <a:t>Também corrige arquivos existentes, identificando e resolvendo bugs.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Capacidades de Conversação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IA consegue conversar com pessoas de forma natural, como uma IA comum.</a:t>
            </a:r>
          </a:p>
          <a:p>
            <a:pPr/>
            <a:r>
              <a:t>Ela responde a perguntas, fornece explicações e interage de maneira amigável.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Aumento da produtividade no desenvolvimento de software.</a:t>
            </a:r>
          </a:p>
          <a:p>
            <a:pPr/>
            <a:r>
              <a:t>Redução de erros humanos no código.</a:t>
            </a:r>
          </a:p>
          <a:p>
            <a:pPr/>
            <a:r>
              <a:t>Correção rápida de problemas existentes.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Otimização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IA otimiza o sistema automaticamente a cada hora, pesquisando e executando comandos.</a:t>
            </a:r>
          </a:p>
          <a:p>
            <a:pPr/>
            <a:r>
              <a:t>Inclui otimização de disco, memória, limpeza de cache e verificação antivírus.</a:t>
            </a:r>
          </a:p>
          <a:p>
            <a:pPr/>
            <a:r>
              <a:t>Ativa permissões necessárias (sudo) para tarefas administrativas.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IA IARA-OS-ENGINE representa o futuro da programação assistida por IA.</a:t>
            </a:r>
          </a:p>
          <a:p>
            <a:pPr/>
            <a:r>
              <a:t>Ela permite criar e manter aplicações de alta qualidade com eficiência.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